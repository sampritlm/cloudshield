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a="http://schemas.openxmlformats.org/drawingml/2006/main" xmlns:p="http://schemas.openxmlformats.org/presentationml/2006/main">
  <p:cSld>
    <p:spTree>
      <p:nvGrpSpPr><p:cNvPr id="1" name=""/><p:cNvGrpSpPr/><p:nvPr/></p:nvGrpSpPr>
      <p:grpSpPr/>
      <p:sp>
        <p:nvSpPr><p:cNvPr id="2" name="Title"/><p:cNvSpPr/><p:nvPr/></p:nvSpPr>
        <p:spPr/>
        <p:txBody>
          <a:bodyPr/>
          <a:p><a:r><a:rPr lang="en-US" sz="4000" b="1"/><a:t>CloudShield Security Awareness Training</a:t></a:r></a:p>
          <a:p><a:r><a:rPr lang="en-US" sz="2000" i="1"/><a:t>Q1 2026 Employee Training • Phishing, IAM, & Cloud Threat Defense</a:t></a:r></a:p>
        </p:txBody>
      </p:sp>
    </p:spTree>
  </p:cSld>
</p:sld>
</file>